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F1 LIVE DASHBOARD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 &amp; USAGE GUIDE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system for F1 telemetry analysis and dynamic grid layouts.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5029200" cy="5943600"/>
          </a:xfrm>
          <a:prstGeom prst="parallelogram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F1</a:t>
            </a:r>
            <a:endParaRPr lang="en-US" sz="1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DYNAMIC GRID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BACKTRACKING PACKING SOLVER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Algorithm: Dynamically places cards on an 8x12 grid framework.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Ratio Guard: Dynamically adjusts card widths and heights on interaction.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Zero-Empty-Space: Recalculates card dimensions to guarantee a filled screen.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 Threshold: Respects minimum dimensions (like 4x4 for Live Replay).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5029200" cy="5943600"/>
          </a:xfrm>
          <a:prstGeom prst="parallelogram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</a:t>
            </a:r>
            <a:endParaRPr lang="en-US" sz="2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DRAG, RESIZE &amp; LOCK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 SYSTEM CONTROLS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Draggable Headers: Drag and drop cards by clicking their title areas.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Handles: Adjust widths and heights using corners at the bottom-right.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Locks: Click the unlock/lock icon on any panel to pin its location.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Preservation: Locked items act as structural pillars during reflow.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5029200" cy="5943600"/>
          </a:xfrm>
          <a:prstGeom prst="parallelogram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</a:t>
            </a:r>
            <a:endParaRPr lang="en-US" sz="2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ENGINE ROOM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 VIEWPORT &amp; TELEMETRY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Map Interface: Renders the Monaco circuit map using WebGL (Three.js).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Orbit Controls: Spin, zoom, and pivot the track view.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Synchronized Telemetry: Links car coordinates, speed, and gear outputs.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 Tweening: Smoothly moves car objects using live data interpolation.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5029200" cy="5943600"/>
          </a:xfrm>
          <a:prstGeom prst="parallelogram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</a:t>
            </a:r>
            <a:endParaRPr lang="en-US" sz="2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WIDGET SELECTOR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00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FLUID SCREEN CUSTOMIZATION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 Menu: Dynamically check or uncheck widgets to adjust active panels.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Boundary check: Restricts active widgets between 3 and 10 cards.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Interfaces: Standardized widget titles without cluttered suffixes.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A0A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Reflow: Adding or removing a card triggers layout restructuring.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5029200" cy="5943600"/>
          </a:xfrm>
          <a:prstGeom prst="parallelogram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</a:t>
            </a:r>
            <a:endParaRPr lang="en-US" sz="2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6705295" cy="4114800"/>
          </a:xfrm>
          <a:prstGeom prst="parallelogram">
            <a:avLst/>
          </a:prstGeom>
          <a:solidFill>
            <a:srgbClr val="E8002D"/>
          </a:solidFill>
          <a:ln w="12700">
            <a:solidFill>
              <a:srgbClr val="E80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0" y="201168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926080" y="36576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08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 Telemetry Dashboard Guide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2026-06-09T10:32:41Z</dcterms:created>
  <dcterms:modified xsi:type="dcterms:W3CDTF">2026-06-09T10:32:41Z</dcterms:modified>
</cp:coreProperties>
</file>